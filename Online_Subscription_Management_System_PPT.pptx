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Online Subscription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FF"/>
                </a:solidFill>
                <a:latin typeface="Calibri"/>
              </a:defRPr>
            </a:pPr>
            <a:r>
              <a:t>A Full-Stack Web Application  |  College Micro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E6"/>
                </a:solidFill>
                <a:latin typeface="Calibri"/>
              </a:defRPr>
            </a:pPr>
            <a:r>
              <a:t>Presented By:  [Your Name]</a:t>
            </a:r>
            <a:br/>
            <a:r>
              <a:t>USN:  [Your USN]</a:t>
            </a:r>
            <a:br/>
            <a:r>
              <a:t>Guide:  [Professor Name]</a:t>
            </a:r>
            <a:br/>
            <a:r>
              <a:t>Department:  [Your Department]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📋 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1.  Introduction &amp; Objectives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2.  Problem Statement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3.  Technology Stack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4.  System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5.  Database Design (ER Diagram)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6.  Module Description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7.  Key Features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8.  Screenshots / Demo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9.  Testing &amp; Validation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10.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Project Name:  Online Subscription Management System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Type:  Full-Stack Web Application (College Micro Project)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Purpose:  To provide a simple platform for managing online subscriptions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Users can browse plans, subscribe, make payments, and manage subscriptions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Admins can add/edit/delete plans and monitor all users &amp; payments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The system demonstrates core web development concepts: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CRUD Operations (Create, Read, Update, Delete)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User Authentication &amp; Session Management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Database Design with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Responsive UI with Bootstrap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0"/>
            <a:ext cx="11274552" cy="54864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Calibri"/>
              </a:defRPr>
            </a:pPr>
            <a:r>
              <a:t>This project is designed to be simple, understandable, and suitable for college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Managing multiple subscriptions manually is time-consuming and error-prone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Users often forget renewal dates, leading to service interruptions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There is no centralized platform for small businesses to manage subscription plans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Solution:  A web-based system where: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Users can view, subscribe, renew, and cancel plans from one dashboard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Admins can manage all plans and monitor user activity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Payment history is recorded for future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1.  Develop a user-friendly web interface for subscription management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2.  Implement secure user authentication with password hashing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3.  Create CRUD operations for subscription plan management (Admin)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4.  Enable users to subscribe, renew, and cancel plans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5.  Maintain payment history and subscription records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6.  Build a responsive design that works on all devices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HTML5, CSS3, JavaScript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Page structure, styling, client-side logic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UI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Bootstrap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Responsive design, pre-built components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Python Flask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Web server, routing, business logic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Data storage (single-file database)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Template Engine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Jinja2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Dynamic HTML rendering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Werkzeug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Password hashing (pbkdf2:sha256)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IDE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VS Code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Code editor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 System Architecture (MVC 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The project follows the MVC (Model-View-Controller) architecture: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MODEL  →  SQLite Database (users, plans, subscriptions, payments tables)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Handles all data storage and retrieval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VIEW  →  HTML Templates (templates/ folder)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Defines what the user sees in the browser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CONTROLLER  →  Flask Routes (app.py)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Contains all business logic, connects Model and View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Request Flow: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Browser  →  HTTP Request  →  Flask Route  →  SQLite Query  →  HTML Response  → 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0"/>
            <a:ext cx="11274552" cy="54864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Calibri"/>
              </a:defRPr>
            </a:pPr>
            <a:r>
              <a:t>MVC separates concerns: data, presentation, and logic are handled independently.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 Database Design —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id, name, email, password, is_admin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Store registered users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id, plan_name, price, duration,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Store subscription plans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subscriptions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id, user_id (FK), plan_id (FK), start_date, end_date, status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Track active subscriptions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id, user_id (FK), amount, payment_date, payment_status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Record payment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Relationships (ER Diagram)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USERS  ──(1 : Many)──►  SUBSCRIPTIONS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One user can have multiple subscriptions over time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PLANS  ──(1 : Many)──►  SUBSCRIPTIONS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One plan can be subscribed by many users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USERS  ──(1 : Many)──►  PAYMENTS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One user can make multiple payments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Foreign Keys used: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subscriptions.user_id  →  users.id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subscriptions.plan_id  →  plans.id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payments.user_id  →  users.id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0"/>
            <a:ext cx="11274552" cy="54864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Calibri"/>
              </a:defRPr>
            </a:pPr>
            <a:r>
              <a:t>Foreign Keys ensure referential integrity between related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 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Module 1:  User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Registration, Login, Logout, Session Management, Password Hashing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Module 2:  Subscription Plans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Display plans with pricing, duration, and features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Module 3:  User Dashboard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View subscription status, payment history, renew/cancel options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Module 4:  Admin Panel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Add/Edit/Delete plans, view all users, subscriptions, and payments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Module 5:  Payment Module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Mock payment form, payment success confirmation, payment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User Registration &amp; Login with password hashing (secure authentication)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Browse subscription plans displayed as attractive Bootstrap cards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One-click subscription with mock payment processing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User Dashboard with active plan status, expiry date, and payment history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Admin Dashboard with tabs for Plans, Users, Subscriptions, and Payments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CRUD operations: Add, Edit, Delete subscription plans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Responsive design — works on desktop, tablet, and mobile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Flash messages for success/error feedback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✔  Client-side + Server-side form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8. Pages / Screenshots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 Name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URL Route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Home Page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Hero section, features, call-to-action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Login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Email &amp; password authentication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Register Page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/register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New user registration form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Plans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Display all subscription plans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Payment Page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/subscribe/&lt;id&gt;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Mock payment form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User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Subscription status &amp; history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Admin Dashboard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/admin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Manage plans, users, payments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About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/about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Project info &amp; contact form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Folder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/online subscription management system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├── app.py                     ←  Main Flask application (backend logic)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├── requirements.txt           ←  Python dependencies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├── database.db                ←  SQLite database (auto-created)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├── README.md                  ←  Project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├── static/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│   ├── css/style.css          ←  Custom CSS styles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│   └── js/main.js             ←  JavaScript (form validation)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└── templates/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├── base.html              ←  Base layout (navbar + footer)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├── index.html, login.html, register.html, plans.html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├── dashboard.html, admin.html, payment.html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└── payment_success.html, edit_plan.html, about.html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9. Security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Password Hashing: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Passwords are hashed using Werkzeug's pbkdf2:sha256 algorithm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Plain-text passwords are NEVER stored in the database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SQL Injection Prevention: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Parameterized queries used (? placeholders) to prevent injection attacks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Session Management: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Flask sessions with a secret key to track logged-in users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Role-Based Access Control: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Admin routes check session['is_admin'] before allowing access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Form Validation: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Client-side (JavaScript) + Server-side (Flask) double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&amp;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Output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User Registration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Valid name, email, password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Account created, redirect to login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Duplicate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Already registered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Error: Email already registered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Login - Valid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Correct email &amp; password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Redirect to dashboard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Login - Invalid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Wrong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Error: Invalid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Subscribe to Plan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Select plan, fill payment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Subscription activated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Cancel Subscription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Click cancel on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Status changed to 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Admin Add Plan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Fill plan form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New plan added to database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8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Admin Delete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Click delete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Plan removed from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✔ 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Successfully developed a full-stack Online Subscription Management System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The project demonstrates key web development concepts: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Frontend (HTML/CSS/Bootstrap) + Backend (Flask) + Database (SQLite)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Implemented all core features: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     — User authentication, subscription management, admin panel, payment module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The application is functional, responsive, and easy to understand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Suitable for real-world adaptation with further enhancements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1.  Integrate real payment gateways (Razorpay, Stripe, PayPal)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2.  Add email notifications for subscription reminders and expiry alerts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3.  Implement password reset via email (forgot password feature)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4.  Add user profile editing and avatar upload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5.  Migrate from SQLite to PostgreSQL/MySQL for production use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6.  Deploy to cloud platforms (Heroku, Render, AWS)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7.  Add analytics dashboard with charts (using Chart.js)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8.  Implement REST API for mobile app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C8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D2"/>
                </a:solidFill>
                <a:latin typeface="Calibri"/>
              </a:defRPr>
            </a:pPr>
            <a:r>
              <a:t>Online Subscription Management System  |  College Micro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